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62" r:id="rId9"/>
    <p:sldId id="274" r:id="rId10"/>
    <p:sldId id="264" r:id="rId11"/>
    <p:sldId id="265" r:id="rId12"/>
    <p:sldId id="268" r:id="rId13"/>
    <p:sldId id="267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5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21053-534F-4BEF-9CD9-0D70F6586302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28CF7-9F16-4688-92D6-0F84CCA2D6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562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28CF7-9F16-4688-92D6-0F84CCA2D6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90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07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35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79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304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3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13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6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20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33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4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649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9867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8A0B6A-DEC0-46AC-8D12-B6E45FCD1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3" y="0"/>
            <a:ext cx="12189867" cy="6858001"/>
          </a:xfrm>
          <a:prstGeom prst="rect">
            <a:avLst/>
          </a:pr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C1A506D-EB69-4549-9782-F0EBB2A9A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38F13B-3E70-F1E4-947B-B011E5487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744" y="1437783"/>
            <a:ext cx="7908513" cy="2495051"/>
          </a:xfrm>
        </p:spPr>
        <p:txBody>
          <a:bodyPr anchor="b">
            <a:noAutofit/>
          </a:bodyPr>
          <a:lstStyle/>
          <a:p>
            <a:pPr algn="ctr"/>
            <a:r>
              <a:rPr lang="en-GB" sz="4400" dirty="0"/>
              <a:t>Combining Artificial Intelligence and Cybersecurity to create a smart way to combat phishing threats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C5552-EE40-9ADC-20D5-7953BFF8D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6133" y="4260004"/>
            <a:ext cx="5357600" cy="1160213"/>
          </a:xfrm>
        </p:spPr>
        <p:txBody>
          <a:bodyPr anchor="t">
            <a:normAutofit/>
          </a:bodyPr>
          <a:lstStyle/>
          <a:p>
            <a:pPr algn="ctr"/>
            <a:r>
              <a:rPr lang="en-GB" sz="2800" dirty="0"/>
              <a:t>Meraj Hoque</a:t>
            </a:r>
          </a:p>
        </p:txBody>
      </p:sp>
    </p:spTree>
    <p:extLst>
      <p:ext uri="{BB962C8B-B14F-4D97-AF65-F5344CB8AC3E}">
        <p14:creationId xmlns:p14="http://schemas.microsoft.com/office/powerpoint/2010/main" val="945133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8B8BFF-ABC6-4302-9767-D2ADEE381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5F431FD-989C-4F7B-9EF1-BDED51AED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FFF3F7-4395-4F19-BC12-8940796BE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5906" y="0"/>
            <a:ext cx="1090609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CA724-D3FE-B101-7A66-41991F59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081" y="808056"/>
            <a:ext cx="8006760" cy="1518934"/>
          </a:xfrm>
        </p:spPr>
        <p:txBody>
          <a:bodyPr anchor="t">
            <a:normAutofit/>
          </a:bodyPr>
          <a:lstStyle/>
          <a:p>
            <a:pPr algn="l"/>
            <a:r>
              <a:rPr lang="en-GB" sz="5000" dirty="0">
                <a:solidFill>
                  <a:schemeClr val="tx2"/>
                </a:solidFill>
              </a:rPr>
              <a:t>Aim of the Project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BFD2628-8E1E-4A9C-8CC0-A0433268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809734" y="808056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D9FE308-0670-51B7-A639-78985AF6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080" y="1809992"/>
            <a:ext cx="8006760" cy="1033995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Insert URLs of legitimate and phishing natures to see if an Artificial Intelligence model can provide correct and effective feedback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DAE048-BF8A-4A95-8DBC-D3A926B9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71960" y="0"/>
            <a:ext cx="32004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308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EDFD2F-1480-498D-9A62-BA55B14A3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D381FB-9400-4C85-9074-8D2C4A88D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8C39C2-D375-4197-8882-9EBD58C85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306EEC9-6E83-4555-A9D3-7910ED27B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6F7B80-3B04-4C72-BA77-E34EF7FAC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1AC6C6-FE68-4B13-BFCF-D0E8B3D81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63294-657B-9D39-7849-536B5069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5" y="808056"/>
            <a:ext cx="2668106" cy="1077229"/>
          </a:xfrm>
        </p:spPr>
        <p:txBody>
          <a:bodyPr>
            <a:normAutofit/>
          </a:bodyPr>
          <a:lstStyle/>
          <a:p>
            <a:pPr algn="l"/>
            <a:r>
              <a:rPr lang="en-GB" sz="2800"/>
              <a:t>Problems to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6A127-901E-5DBA-6641-8A1B9DAC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444" y="2052116"/>
            <a:ext cx="2664217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500"/>
              <a:t>Protecting businesses and charities from phishing as they are the biggest targets of such a threat.</a:t>
            </a:r>
          </a:p>
          <a:p>
            <a:pPr>
              <a:lnSpc>
                <a:spcPct val="110000"/>
              </a:lnSpc>
            </a:pPr>
            <a:r>
              <a:rPr lang="en-GB" sz="1500"/>
              <a:t>Everyday users are also susceptible to being deceived due to a lack of knowledge of the threat.</a:t>
            </a:r>
          </a:p>
          <a:p>
            <a:pPr>
              <a:lnSpc>
                <a:spcPct val="110000"/>
              </a:lnSpc>
            </a:pPr>
            <a:r>
              <a:rPr lang="en-GB" sz="1500"/>
              <a:t>Introducing a smarter system that can keep up with </a:t>
            </a:r>
            <a:r>
              <a:rPr lang="en-US" sz="1500"/>
              <a:t>Artificial Intelligence-driven attacks.</a:t>
            </a:r>
            <a:endParaRPr lang="en-GB" sz="15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2C0214-1438-4F5F-8BB7-847D7B2B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151" y="0"/>
            <a:ext cx="595084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depicts a graph illustrating the increasing prevalence and sophistication of phishing attacks, with a projection that by 2025, phishing will continue to be a leading cause of cybersecurity breaches.&#10;&#10;AI-generated content may be incorrect.">
            <a:extLst>
              <a:ext uri="{FF2B5EF4-FFF2-40B4-BE49-F238E27FC236}">
                <a16:creationId xmlns:a16="http://schemas.microsoft.com/office/drawing/2014/main" id="{1E8819E8-B121-ED26-E383-25EA318B99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053" y="2202186"/>
            <a:ext cx="5303975" cy="2453088"/>
          </a:xfrm>
          <a:prstGeom prst="rect">
            <a:avLst/>
          </a:prstGeom>
          <a:ln w="1270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1CFFB3C-DBCC-498B-B635-CD1FA730D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044" y="240175"/>
            <a:ext cx="5461080" cy="637183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B289EA-43E0-4FC3-A38C-8168D8F1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24D0-9C15-3FFC-8F71-7AFEA984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2198731" cy="1077229"/>
          </a:xfrm>
        </p:spPr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91CD-21FC-BDF6-5BC0-50BB4FB5D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Conduct research into existing phishing detection systems and see what gaps are in their systems that Artificial Intelligence can fill.</a:t>
            </a:r>
          </a:p>
          <a:p>
            <a:r>
              <a:rPr lang="en-GB" dirty="0"/>
              <a:t>Fully implement an Artificial Intelligence model that correctly and quickly identifies URL’s that are a threat to users.</a:t>
            </a:r>
          </a:p>
          <a:p>
            <a:r>
              <a:rPr lang="en-GB" dirty="0"/>
              <a:t>Display a user-friendly report of the systems analysis to the user to develop their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146213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CB9B-EDBC-139F-FD67-B7E1668F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2226198" cy="1077229"/>
          </a:xfrm>
        </p:spPr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3D1-382A-7F9C-89DC-3FE4C2671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2403506"/>
          </a:xfrm>
        </p:spPr>
        <p:txBody>
          <a:bodyPr/>
          <a:lstStyle/>
          <a:p>
            <a:r>
              <a:rPr lang="en-GB" dirty="0"/>
              <a:t>Develop a testing table to effectively test all the features of my system.</a:t>
            </a:r>
          </a:p>
          <a:p>
            <a:r>
              <a:rPr lang="en-GB" dirty="0"/>
              <a:t>Conduct participant testing to observe the effectiveness of the systems feedback.</a:t>
            </a:r>
          </a:p>
          <a:p>
            <a:r>
              <a:rPr lang="en-GB" dirty="0"/>
              <a:t>Complete the dissertation</a:t>
            </a:r>
          </a:p>
        </p:txBody>
      </p:sp>
    </p:spTree>
    <p:extLst>
      <p:ext uri="{BB962C8B-B14F-4D97-AF65-F5344CB8AC3E}">
        <p14:creationId xmlns:p14="http://schemas.microsoft.com/office/powerpoint/2010/main" val="3094156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3408E4B-2DDD-4FB3-9181-7D8A09775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FCA32F3-0B4B-449A-8A9D-309A1B678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C78E1D-D549-4B5E-B65A-7353ED14D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C93C630-65D6-40FA-A096-8251FB983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C51E34-9874-483C-A2C5-C9D271AD1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09E7E7-5EA4-4526-A350-196FF2782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88792-C78D-170B-2915-FBB69E49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>
            <a:normAutofit/>
          </a:bodyPr>
          <a:lstStyle/>
          <a:p>
            <a:pPr algn="l"/>
            <a:r>
              <a:rPr lang="en-GB"/>
              <a:t>Approach and Organisation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F9499-B8AE-9307-0943-42D9627A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800523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/>
              <a:t>I approached this project using a feature driven agile approach inspired by Feature-Driven Development (FDD). </a:t>
            </a:r>
          </a:p>
          <a:p>
            <a:pPr>
              <a:lnSpc>
                <a:spcPct val="110000"/>
              </a:lnSpc>
            </a:pPr>
            <a:r>
              <a:rPr lang="en-US" sz="1800"/>
              <a:t>Working in a feature focused way helped me stay focused and progress systematically.</a:t>
            </a:r>
          </a:p>
          <a:p>
            <a:pPr>
              <a:lnSpc>
                <a:spcPct val="110000"/>
              </a:lnSpc>
            </a:pPr>
            <a:r>
              <a:rPr lang="en-US" sz="1800"/>
              <a:t>Using a feature-driven methodology suited well with the long-term nature of the project.</a:t>
            </a:r>
            <a:endParaRPr lang="en-GB" sz="1800"/>
          </a:p>
        </p:txBody>
      </p:sp>
      <p:pic>
        <p:nvPicPr>
          <p:cNvPr id="5" name="Picture 4" descr="The image depicts a checklist for a cybersecurity task, detailing the completion of various steps for detecting malicious or suspicious domain names, including typo detection, brand token checks, punycode/IDN usage, and entropy calculation.&#10;&#10;AI-generated content may be incorrect.">
            <a:extLst>
              <a:ext uri="{FF2B5EF4-FFF2-40B4-BE49-F238E27FC236}">
                <a16:creationId xmlns:a16="http://schemas.microsoft.com/office/drawing/2014/main" id="{54D22178-A082-8334-F38B-9383D0C42E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612"/>
          <a:stretch>
            <a:fillRect/>
          </a:stretch>
        </p:blipFill>
        <p:spPr>
          <a:xfrm>
            <a:off x="6577568" y="2348779"/>
            <a:ext cx="3674398" cy="3373468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2373A23-D87D-48AD-A357-96100C722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98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EEB229-3EBA-4333-B94C-ED62EC10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4666C73-1C44-4BD3-9529-A7E02C6A8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23E4E2F-EA2E-477B-A595-C5A5F62E9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6500FA0-D185-45FF-9F47-EF5FB7158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73825F-243F-467C-8349-B97E81C3E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5659AF-6F61-42EF-B761-0862A79DB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FBF0B-62DD-94C2-9EF3-8337925AE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969504" cy="1077229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Approach and Organisation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EE420-E4AD-BB6A-FF3F-3D2C0E975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969505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500"/>
              <a:t>I made use of a GitHub repository to store my code as it updated to ensure I have a backup in case anything went wrong.</a:t>
            </a:r>
          </a:p>
          <a:p>
            <a:pPr>
              <a:lnSpc>
                <a:spcPct val="110000"/>
              </a:lnSpc>
            </a:pPr>
            <a:r>
              <a:rPr lang="en-GB" sz="1500"/>
              <a:t>I also made use of Trello as a checklist of all the features I was currently implementing and have already implemented.</a:t>
            </a:r>
          </a:p>
          <a:p>
            <a:pPr>
              <a:lnSpc>
                <a:spcPct val="110000"/>
              </a:lnSpc>
            </a:pPr>
            <a:r>
              <a:rPr lang="en-GB" sz="1500"/>
              <a:t>I used a Google Doc to plan how I would create my project from the kinds of software I would use to the features I would be interested in coding.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95CCE-B135-C3C5-2BFA-C9508E370F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" b="-1"/>
          <a:stretch>
            <a:fillRect/>
          </a:stretch>
        </p:blipFill>
        <p:spPr>
          <a:xfrm>
            <a:off x="6876850" y="641207"/>
            <a:ext cx="3744452" cy="2621275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84D5A-FC9F-8BF6-F85A-9BEE0728B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1768" y="3637538"/>
            <a:ext cx="3994617" cy="252659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0650157-038B-4377-BAFA-B12FF57E0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69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E630-CCA6-6F6D-0EE0-9FFB35E1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4703392" cy="1077229"/>
          </a:xfrm>
        </p:spPr>
        <p:txBody>
          <a:bodyPr/>
          <a:lstStyle/>
          <a:p>
            <a:r>
              <a:rPr lang="en-GB" dirty="0"/>
              <a:t>Design of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A109-1898-6B13-242A-C35CCB85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URL is inputted and multiple heuristic features combined with Term Frequency – Inverse Document Frequency (TF – IDF) features are extracted from it, numerical values are returned and a feature vector is formed with them.</a:t>
            </a:r>
          </a:p>
          <a:p>
            <a:r>
              <a:rPr lang="en-GB" dirty="0"/>
              <a:t>A RandomForestClassifier model is used where 200 decision trees are established to use the feature vector to decide on whether the URL is phishing or legitimate.</a:t>
            </a:r>
          </a:p>
        </p:txBody>
      </p:sp>
    </p:spTree>
    <p:extLst>
      <p:ext uri="{BB962C8B-B14F-4D97-AF65-F5344CB8AC3E}">
        <p14:creationId xmlns:p14="http://schemas.microsoft.com/office/powerpoint/2010/main" val="1223527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822F-3E34-2DA8-6AB2-810FCDCA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4720016" cy="1077229"/>
          </a:xfrm>
        </p:spPr>
        <p:txBody>
          <a:bodyPr/>
          <a:lstStyle/>
          <a:p>
            <a:r>
              <a:rPr lang="en-GB" dirty="0"/>
              <a:t>Design of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AB867-ED35-C488-1B1B-3D9042815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5"/>
            <a:ext cx="7796540" cy="28468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US" dirty="0"/>
              <a:t>During runtime, the extracted features are processed in memory and used directly by the trained model to generate a prediction. </a:t>
            </a:r>
          </a:p>
          <a:p>
            <a:r>
              <a:rPr lang="en-US" dirty="0"/>
              <a:t>Alongside the verdict, the estimated probability is displayed as confidence, and predefined rule-based explanations are generated based on the heuristic values detected in the URL.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436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23AF-6E45-D2F5-5897-29C9247E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3179392" cy="1077229"/>
          </a:xfrm>
        </p:spPr>
        <p:txBody>
          <a:bodyPr/>
          <a:lstStyle/>
          <a:p>
            <a:r>
              <a:rPr lang="en-GB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F4B1-CD0B-64E0-E6EC-86B031B56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My project is being programmed in Python and HTML . I used Visual Studio Code as my coding environment </a:t>
            </a:r>
          </a:p>
          <a:p>
            <a:r>
              <a:rPr lang="en-GB" dirty="0"/>
              <a:t>I also used </a:t>
            </a:r>
            <a:r>
              <a:rPr lang="en-US" dirty="0"/>
              <a:t>Anaconda which helped manage my Python environment and dependencies and most importantly reliably run machine-learning libraries like NumPy, Pandas, and scikit-learn without compatibility issues.</a:t>
            </a:r>
          </a:p>
          <a:p>
            <a:r>
              <a:rPr lang="en-US" dirty="0"/>
              <a:t>I also used Flask to build the web interface my project is being ran on.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656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FBA2-9D5D-99FC-DF81-C8576F9F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3290228" cy="1077229"/>
          </a:xfrm>
        </p:spPr>
        <p:txBody>
          <a:bodyPr/>
          <a:lstStyle/>
          <a:p>
            <a:r>
              <a:rPr lang="en-GB" dirty="0"/>
              <a:t>Video of Testing</a:t>
            </a:r>
          </a:p>
        </p:txBody>
      </p:sp>
      <p:pic>
        <p:nvPicPr>
          <p:cNvPr id="4" name="Video for website demonstration">
            <a:hlinkClick r:id="" action="ppaction://media"/>
            <a:extLst>
              <a:ext uri="{FF2B5EF4-FFF2-40B4-BE49-F238E27FC236}">
                <a16:creationId xmlns:a16="http://schemas.microsoft.com/office/drawing/2014/main" id="{66B6EF43-57D7-7B9E-74FA-79475E8D284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91557" y="1482701"/>
            <a:ext cx="8241336" cy="4879305"/>
          </a:xfrm>
        </p:spPr>
      </p:pic>
    </p:spTree>
    <p:extLst>
      <p:ext uri="{BB962C8B-B14F-4D97-AF65-F5344CB8AC3E}">
        <p14:creationId xmlns:p14="http://schemas.microsoft.com/office/powerpoint/2010/main" val="295533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3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9B51-1C71-9657-F6F2-C778D6F2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1566723" cy="1077229"/>
          </a:xfrm>
        </p:spPr>
        <p:txBody>
          <a:bodyPr/>
          <a:lstStyle/>
          <a:p>
            <a:r>
              <a:rPr lang="en-GB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DD3D7-8555-AB94-8159-50F96D8E0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Creating a test plan to effectively test all the key functions of my project and ensure they work as planned.</a:t>
            </a:r>
          </a:p>
          <a:p>
            <a:r>
              <a:rPr lang="en-GB" dirty="0"/>
              <a:t>I am going to conduct participant testing to see the effectiveness of the systems feedback and whether users are confident in the systems ability.</a:t>
            </a:r>
          </a:p>
          <a:p>
            <a:r>
              <a:rPr lang="en-GB" dirty="0"/>
              <a:t>I have done research into websites I can gather URLs to test the Artificial Intelligences ability in correctly judging the nature of the URLs being inputted.</a:t>
            </a:r>
          </a:p>
        </p:txBody>
      </p:sp>
    </p:spTree>
    <p:extLst>
      <p:ext uri="{BB962C8B-B14F-4D97-AF65-F5344CB8AC3E}">
        <p14:creationId xmlns:p14="http://schemas.microsoft.com/office/powerpoint/2010/main" val="2907730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2D19-8C3D-CAE4-E0EC-DF418910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5058068" cy="1077229"/>
          </a:xfrm>
        </p:spPr>
        <p:txBody>
          <a:bodyPr/>
          <a:lstStyle/>
          <a:p>
            <a:r>
              <a:rPr lang="en-GB" dirty="0"/>
              <a:t>Things I Have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68A11-8E78-A3C5-4499-DD461E81A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Coded all the checks I want to perform on the URL</a:t>
            </a:r>
          </a:p>
          <a:p>
            <a:r>
              <a:rPr lang="en-GB" dirty="0"/>
              <a:t>Gave the Artificial Intelligence model the ability to judge the results on the vector and decide.</a:t>
            </a:r>
          </a:p>
          <a:p>
            <a:r>
              <a:rPr lang="en-GB" dirty="0"/>
              <a:t>Outputs the verdict made by the Artificial Intelligence model alongside a confidence assessment.</a:t>
            </a:r>
          </a:p>
          <a:p>
            <a:r>
              <a:rPr lang="en-GB" dirty="0"/>
              <a:t>Outputs a small paragraph explaining why the assessment was made.</a:t>
            </a:r>
          </a:p>
        </p:txBody>
      </p:sp>
    </p:spTree>
    <p:extLst>
      <p:ext uri="{BB962C8B-B14F-4D97-AF65-F5344CB8AC3E}">
        <p14:creationId xmlns:p14="http://schemas.microsoft.com/office/powerpoint/2010/main" val="3914912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725BC238-C762-4D13-A195-D96782130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46C2F34-1655-46BB-AA7C-FE1E7C94D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E212255-06CB-48A7-8DDC-16BB691C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380DDC1E-06A0-46BA-AE64-DBDD05947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39C1BC9-83BE-489D-9B3E-B164525B1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00FBAF5-0C55-4EC9-9950-7797B8DF7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761" y="0"/>
            <a:ext cx="10389107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A6045-5949-1D36-EF72-EF499F7C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3784705" cy="1077229"/>
          </a:xfrm>
        </p:spPr>
        <p:txBody>
          <a:bodyPr>
            <a:normAutofit/>
          </a:bodyPr>
          <a:lstStyle/>
          <a:p>
            <a:pPr algn="l"/>
            <a:r>
              <a:rPr lang="en-GB"/>
              <a:t>What I’m Currently Working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8993E-E25F-8924-30D9-8FAF06210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784705" cy="3997828"/>
          </a:xfrm>
        </p:spPr>
        <p:txBody>
          <a:bodyPr>
            <a:normAutofit/>
          </a:bodyPr>
          <a:lstStyle/>
          <a:p>
            <a:r>
              <a:rPr lang="en-GB" sz="1800"/>
              <a:t>I’m currently researching about adding datasets containing roughly 50,000 URLs to replace my hardcoded phishing and legitimate URLs.</a:t>
            </a:r>
          </a:p>
          <a:p>
            <a:r>
              <a:rPr lang="en-GB" sz="1800"/>
              <a:t>Researching values to display on a report technical users can look at after analysis of the URL is complete.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30C059-5F6E-E8A1-6EF8-591A5DB2E3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52" b="-1"/>
          <a:stretch>
            <a:fillRect/>
          </a:stretch>
        </p:blipFill>
        <p:spPr>
          <a:xfrm>
            <a:off x="6408981" y="646088"/>
            <a:ext cx="4330179" cy="2705071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027B8B-99F0-0697-F3AC-8B65FFDDC8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470" r="36304" b="-2"/>
          <a:stretch>
            <a:fillRect/>
          </a:stretch>
        </p:blipFill>
        <p:spPr>
          <a:xfrm>
            <a:off x="6416206" y="3506402"/>
            <a:ext cx="4330179" cy="2705071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12BC0108-11C3-4CBB-B5D0-7945DB64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2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EE8C-9A04-4120-9BD7-88A6DD5B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6138723" cy="1077229"/>
          </a:xfrm>
        </p:spPr>
        <p:txBody>
          <a:bodyPr/>
          <a:lstStyle/>
          <a:p>
            <a:r>
              <a:rPr lang="en-GB" dirty="0"/>
              <a:t>Things I’m Hoping To Work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CCC1-0C99-4580-D0A4-0E255A130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Building a mini plugin version of the website</a:t>
            </a:r>
          </a:p>
          <a:p>
            <a:r>
              <a:rPr lang="en-US" dirty="0"/>
              <a:t>Introducing a more advanced check that significantly strengthens the system, such as form action–domain mismatch detection.</a:t>
            </a:r>
          </a:p>
          <a:p>
            <a:r>
              <a:rPr lang="en-GB" dirty="0"/>
              <a:t>Designing a small feature that outputs the specific URL checks that the Artificial Intelligence model flagged for the URL.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6749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0D02-2FCC-6DB1-DBF7-68BD9815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2253908" cy="1077229"/>
          </a:xfrm>
        </p:spPr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7DB0-13BF-EEB5-B196-8960FB19C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Roughly 5 participants</a:t>
            </a:r>
          </a:p>
          <a:p>
            <a:r>
              <a:rPr lang="en-GB" dirty="0"/>
              <a:t>Consent forms will be signed to start the evaluation</a:t>
            </a:r>
          </a:p>
          <a:p>
            <a:r>
              <a:rPr lang="en-GB" dirty="0"/>
              <a:t>A timer will be started as participants will have up to 5 minutes to navigate the website and gain feedback on the URL they pasted</a:t>
            </a:r>
          </a:p>
          <a:p>
            <a:r>
              <a:rPr lang="en-GB" dirty="0"/>
              <a:t>Once the participant is satisfied with exploring the system or the timer has ended, a questionnaire will be handed to them</a:t>
            </a:r>
          </a:p>
          <a:p>
            <a:r>
              <a:rPr lang="en-GB" dirty="0"/>
              <a:t>Their responses to the questionnaire will be used to see if the participant understood feedback, if they felt the website was lacking any information/features and if they are confident in the systems 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8285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238</TotalTime>
  <Words>829</Words>
  <Application>Microsoft Office PowerPoint</Application>
  <PresentationFormat>Widescreen</PresentationFormat>
  <Paragraphs>59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MS Shell Dlg 2</vt:lpstr>
      <vt:lpstr>Wingdings</vt:lpstr>
      <vt:lpstr>Wingdings 3</vt:lpstr>
      <vt:lpstr>Madison</vt:lpstr>
      <vt:lpstr>Combining Artificial Intelligence and Cybersecurity to create a smart way to combat phishing threats</vt:lpstr>
      <vt:lpstr>Aim of the Project</vt:lpstr>
      <vt:lpstr>Problems to Solve</vt:lpstr>
      <vt:lpstr>Objectives</vt:lpstr>
      <vt:lpstr>Objectives</vt:lpstr>
      <vt:lpstr>Approach and Organisation</vt:lpstr>
      <vt:lpstr>Approach and Organisation</vt:lpstr>
      <vt:lpstr>Design of the Algorithm</vt:lpstr>
      <vt:lpstr>Design of the Algorithm</vt:lpstr>
      <vt:lpstr>Implementation</vt:lpstr>
      <vt:lpstr>Video of Testing</vt:lpstr>
      <vt:lpstr>Testing</vt:lpstr>
      <vt:lpstr>Things I Have Completed</vt:lpstr>
      <vt:lpstr>What I’m Currently Working On</vt:lpstr>
      <vt:lpstr>Things I’m Hoping To Work On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Meraj Hoque (Student)</dc:creator>
  <cp:lastModifiedBy>Meraj Hoque (Student)</cp:lastModifiedBy>
  <cp:revision>14</cp:revision>
  <dcterms:created xsi:type="dcterms:W3CDTF">2026-01-26T10:31:34Z</dcterms:created>
  <dcterms:modified xsi:type="dcterms:W3CDTF">2026-02-13T09:16:21Z</dcterms:modified>
</cp:coreProperties>
</file>